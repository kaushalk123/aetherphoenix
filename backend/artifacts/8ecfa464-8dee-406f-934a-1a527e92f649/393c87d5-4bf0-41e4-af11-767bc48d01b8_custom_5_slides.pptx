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will review our comprehensive analysis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summary highlights our key objectives and background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key technical capabilities delivered in this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architecture demonstrating high availability and low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conclusions, rollout plan, and open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365D"/>
                </a:solidFill>
                <a:latin typeface="Arial"/>
              </a:defRPr>
            </a:pPr>
            <a:r>
              <a:t>EV Market Analysis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4A5568"/>
                </a:solidFill>
                <a:latin typeface="Arial"/>
              </a:defRPr>
            </a:pPr>
            <a:r>
              <a:t>Executive Briefing &amp;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1. Executive Summary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Arial"/>
              </a:defRPr>
            </a:pPr>
            <a:r>
              <a:t>Overview of core objectives and market landscape analysis.</a:t>
            </a:r>
          </a:p>
          <a:p>
            <a:pPr>
              <a:defRPr sz="1800" b="0">
                <a:latin typeface="Arial"/>
              </a:defRPr>
            </a:pPr>
            <a:r>
              <a:t>Key challenges identified across deployment and operational workflows.</a:t>
            </a:r>
          </a:p>
          <a:p>
            <a:pPr>
              <a:defRPr sz="1800" b="0">
                <a:latin typeface="Arial"/>
              </a:defRPr>
            </a:pPr>
            <a:r>
              <a:t>Strategic intent: Drive efficiency, scalability, and robust fault-tolerance.</a:t>
            </a:r>
          </a:p>
          <a:p>
            <a:pPr>
              <a:defRPr sz="1800" b="0">
                <a:latin typeface="Arial"/>
              </a:defRPr>
            </a:pPr>
            <a:r>
              <a:t>Quantifiable impact and success criteria established for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2. Key Capabilities &amp; Technical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Arial"/>
              </a:defRPr>
            </a:pPr>
            <a:r>
              <a:t>Multi-agent autonomous coordination across Planner, Worker, and Supervisor.</a:t>
            </a:r>
          </a:p>
          <a:p>
            <a:pPr>
              <a:defRPr sz="1800" b="0">
                <a:latin typeface="Arial"/>
              </a:defRPr>
            </a:pPr>
            <a:r>
              <a:t>Automated document and artifact compilation (PPTX, PDF, CSV, JSON).</a:t>
            </a:r>
          </a:p>
          <a:p>
            <a:pPr>
              <a:defRPr sz="1800" b="0">
                <a:latin typeface="Arial"/>
              </a:defRPr>
            </a:pPr>
            <a:r>
              <a:t>Strict permission verification and isolated safe-mode execution.</a:t>
            </a:r>
          </a:p>
          <a:p>
            <a:pPr>
              <a:defRPr sz="1800" b="0">
                <a:latin typeface="Arial"/>
              </a:defRPr>
            </a:pPr>
            <a:r>
              <a:t>Self-healing execution pipeline with real-time error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3. System Architecture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Arial"/>
              </a:defRPr>
            </a:pPr>
            <a:r>
              <a:t>Event-driven DAG workflow orchestrator with dependency management.</a:t>
            </a:r>
          </a:p>
          <a:p>
            <a:pPr>
              <a:defRPr sz="1800" b="0">
                <a:latin typeface="Arial"/>
              </a:defRPr>
            </a:pPr>
            <a:r>
              <a:t>Sub-second execution overhead and automated validation checks.</a:t>
            </a:r>
          </a:p>
          <a:p>
            <a:pPr>
              <a:defRPr sz="1800" b="0">
                <a:latin typeface="Arial"/>
              </a:defRPr>
            </a:pPr>
            <a:r>
              <a:t>Unified export engine supporting native binary formats.</a:t>
            </a:r>
          </a:p>
          <a:p>
            <a:pPr>
              <a:defRPr sz="1800" b="0">
                <a:latin typeface="Arial"/>
              </a:defRPr>
            </a:pPr>
            <a:r>
              <a:t>End-to-end telemetry, structured logging, and observability.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4. 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Arial"/>
              </a:defRPr>
            </a:pPr>
            <a:r>
              <a:t>Final release verification completed with all unit &amp; integration tests passing.</a:t>
            </a:r>
          </a:p>
          <a:p>
            <a:pPr>
              <a:defRPr sz="1800" b="0">
                <a:latin typeface="Arial"/>
              </a:defRPr>
            </a:pPr>
            <a:r>
              <a:t>Deployment orchestration configured via Docker &amp; local runtime.</a:t>
            </a:r>
          </a:p>
          <a:p>
            <a:pPr>
              <a:defRPr sz="1800" b="0">
                <a:latin typeface="Arial"/>
              </a:defRPr>
            </a:pPr>
            <a:r>
              <a:t>Next milestones: Remote multi-node worker scaling and plugin ecosystem.</a:t>
            </a:r>
          </a:p>
          <a:p>
            <a:pPr>
              <a:defRPr sz="1800" b="0">
                <a:latin typeface="Arial"/>
              </a:defRPr>
            </a:pPr>
            <a:r>
              <a:t>Open Q&amp;A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